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820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600" b="1">
                <a:solidFill>
                  <a:srgbClr val="F3F4F6"/>
                </a:solidFill>
                <a:latin typeface="Arial"/>
              </a:defRPr>
            </a:pPr>
            <a:r>
              <a:t>Progressive Student Dashboard</a:t>
            </a:r>
          </a:p>
          <a:p>
            <a:pPr>
              <a:spcAft>
                <a:spcPts val="2800"/>
              </a:spcAft>
              <a:defRPr sz="2000">
                <a:solidFill>
                  <a:srgbClr val="8B5CF6"/>
                </a:solidFill>
                <a:latin typeface="Arial"/>
              </a:defRPr>
            </a:pPr>
            <a:r>
              <a:t>End-to-End Verification &amp; Walkthrough Report</a:t>
            </a:r>
          </a:p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t>Date: June 20, 2026  |  Status: PASSED  |  Verified Roles: Student &amp; Mentor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System Environment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Arial"/>
              </a:defRPr>
            </a:pPr>
            <a:r>
              <a:t>VERIFICATION SETUP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8200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20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✔  FastAPI Backend Server: Running on port 5001 with Uvicorn reload module.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✔  Vite + React Frontend: Running on port 5173 with TypeScript &amp; Tailwind CSS.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✔  SQLite Local Database: Pre-populated using seed.py to ensure test repeatability.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✔  Automated Testing Sandbox: Evaluated using Chrome DevTools browser controls.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✔  Role Segmentation: Secure token routing for students and mentors.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1. Unified Authentication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Arial"/>
              </a:defRPr>
            </a:pPr>
            <a:r>
              <a:t>LOGIN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Role-based segregation: Direct routes to Student or Mentor dashboards.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User Validation: Real-time checks for correct email format.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Backend Security: Salted bcrypt passwords matched against database.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Session Management: JSON Web Tokens (JWT) saved upon successful login.</a:t>
            </a:r>
          </a:p>
        </p:txBody>
      </p:sp>
      <p:pic>
        <p:nvPicPr>
          <p:cNvPr id="5" name="Picture 4" descr="1_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5203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2. Student Dashboard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Arial"/>
              </a:defRPr>
            </a:pPr>
            <a:r>
              <a:t>GENERAL PROGRESS &amp; METRICS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Summary Analytics: Live counters for completed lessons, time spent, and averages.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Interactive Visualizations: Recharts charts displaying completion rates and trends.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AI Recommendations: Custom next-steps generated based on performance metrics.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Active Course Roster: Dynamic cards tracking ongoing course progress percentages.</a:t>
            </a:r>
          </a:p>
        </p:txBody>
      </p:sp>
      <p:pic>
        <p:nvPicPr>
          <p:cNvPr id="5" name="Picture 4" descr="2_stud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5203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3. Granular Course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Arial"/>
              </a:defRPr>
            </a:pPr>
            <a:r>
              <a:t>INTERACTIVE PROGRESS TOGGLE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Curriculum Breakdown: View detailed modules and estimated reading times.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Dynamic Progress Update: Toggle checkboxes to mark lessons as completed.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Live API sync: Interacting with lesson toggles updates database values in real-time.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Progress Recalculation: Course completion percentages adjust instantly in UI.</a:t>
            </a:r>
          </a:p>
        </p:txBody>
      </p:sp>
      <p:pic>
        <p:nvPicPr>
          <p:cNvPr id="5" name="Picture 4" descr="3_student_course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5203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4. Mentor Cohort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Arial"/>
              </a:defRPr>
            </a:pPr>
            <a:r>
              <a:t>COHORT DASHBOARD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Macro cohort view: Roster of all assigned student accounts and profiles.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At-a-glance KPI analysis: Review overall averages and cumulative study times.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Failing Progress Warnings: Automatic highlighting for courses requiring assistance.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Actionable Drilldown: Instantly open detailed inspections of individual progress.</a:t>
            </a:r>
          </a:p>
        </p:txBody>
      </p:sp>
      <p:pic>
        <p:nvPicPr>
          <p:cNvPr id="5" name="Picture 4" descr="4_mento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5203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5. Nested Progress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Arial"/>
              </a:defRPr>
            </a:pPr>
            <a:r>
              <a:t>STUDENT DETAIL VIEW (MENTOR MODE)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Student Focus Mode: Access exact courses and active details for a selected student.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Read-only Monitoring: Review lesson progress without altering student statistics.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Responsive Layout: Panel overlay allows rapid swapping between cohort students.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Navigation Integrity: Retains sidebar status options and workspace hierarchy.</a:t>
            </a:r>
          </a:p>
        </p:txBody>
      </p:sp>
      <p:pic>
        <p:nvPicPr>
          <p:cNvPr id="5" name="Picture 4" descr="5_mentor_student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5203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6. Automated E2E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Arial"/>
              </a:defRPr>
            </a:pPr>
            <a:r>
              <a:t>RECORDED INTERACTION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Automated Simulation: Tests end-to-end user navigation pathways in sequence.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Flow Summary: Student Login -&gt; Course Toggle -&gt; Student Logout -&gt; Mentor Login -&gt; Inspector -&gt; Mentor Logout.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Playback asset: Saved in high fidelity as 'demo_assets/student_dashboard_flow.webp'.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1500">
                <a:solidFill>
                  <a:srgbClr val="F3F4F6"/>
                </a:solidFill>
                <a:latin typeface="Arial"/>
              </a:defRPr>
            </a:pPr>
            <a:r>
              <a:t>•  Execution Result: 100% test scenario completion with no console failures.</a:t>
            </a:r>
          </a:p>
        </p:txBody>
      </p:sp>
      <p:pic>
        <p:nvPicPr>
          <p:cNvPr id="5" name="Picture 4" descr="student_dashboard_flow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3F4F6"/>
                </a:solidFill>
                <a:latin typeface="Arial"/>
              </a:defRPr>
            </a:pPr>
            <a:r>
              <a:t>Verification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10B981"/>
                </a:solidFill>
                <a:latin typeface="Arial"/>
              </a:defRPr>
            </a:pPr>
            <a:r>
              <a:t>VERIFICATION STATUS: PASSED</a:t>
            </a:r>
          </a:p>
          <a:p>
            <a:pPr>
              <a:defRPr sz="1600">
                <a:solidFill>
                  <a:srgbClr val="F3F4F6"/>
                </a:solidFill>
                <a:latin typeface="Arial"/>
              </a:defRPr>
            </a:pPr>
            <a:r>
              <a:t>All E2E flow testing components for students and mentors are functional and integrated.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91840"/>
            <a:ext cx="10820095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Arial"/>
              </a:defRPr>
            </a:pPr>
            <a:r>
              <a:t>✔  Interactive toggles successfully synced with FastAPI backend and SQLAlchemy.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Arial"/>
              </a:defRPr>
            </a:pPr>
            <a:r>
              <a:t>✔  Role segmentation checks verified on React Router client-side logic.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Arial"/>
              </a:defRPr>
            </a:pPr>
            <a:r>
              <a:t>✔  Dynamic analytics (Recharts) matched pre-seeded database metrics exactly.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Arial"/>
              </a:defRPr>
            </a:pPr>
            <a:r>
              <a:t>✔  A detailed HTML report with interactive elements is saved as demo.html.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